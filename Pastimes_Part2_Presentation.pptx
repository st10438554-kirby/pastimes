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34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C5F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0" y="0"/>
            <a:ext cx="182880" cy="5143500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91440" y="25849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 WEAR SA</a:t>
            </a:r>
          </a:p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Georgia" pitchFamily="34" charset="0"/>
              </a:rPr>
              <a:t>Clothing Store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3716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EDE0"/>
                </a:solidFill>
              </a:rPr>
              <a:t>Online Marketplace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</a:rPr>
              <a:t>Module:</a:t>
            </a:r>
            <a:r>
              <a:rPr lang="en-US" sz="1000" dirty="0">
                <a:solidFill>
                  <a:srgbClr val="D4EDE0"/>
                </a:solidFill>
              </a:rPr>
              <a:t>  WEDE6021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</a:rPr>
              <a:t>Part:</a:t>
            </a:r>
            <a:r>
              <a:rPr lang="en-US" sz="1000" dirty="0">
                <a:solidFill>
                  <a:srgbClr val="D4EDE0"/>
                </a:solidFill>
              </a:rPr>
              <a:t>  2 – Web Application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</a:rPr>
              <a:t>Group Members: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Armalene Magerman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3337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Chloe Langenhoven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Rafiqah Kirby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68"/>
                </a:solidFill>
              </a:rPr>
              <a:t>Due: 14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457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100584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Screen-by-Screen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Walkthrough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108960" y="2514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EDE0"/>
                </a:solidFill>
              </a:rPr>
              <a:t>A complete tour of the Hype Wear Clothing Store web application —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4EDE0"/>
                </a:solidFill>
              </a:rPr>
              <a:t>each screen explained with a live demo video.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3383280"/>
            <a:ext cx="5760720" cy="146304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5669280" y="379476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788152" y="393192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08960" y="45262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4068" y="182880"/>
            <a:ext cx="3137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63706" y="91440"/>
            <a:ext cx="56974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Page &amp; Product Browsing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The main landing screen where users discover and filter products.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Displays all approved product listings with images, price, and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Users can search by keyword (brand, type, name)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Filter products by size, price range, brand, and condition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Navigation to Login, Register, Cart, and Profile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Featured/latest listings shown prominently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Responsive grid layout works on mobile and desktop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82879" y="91440"/>
            <a:ext cx="28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7434" y="91440"/>
            <a:ext cx="57536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&amp; User Registration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Secure access portal for buyers, sellers, and administrators.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Users create new accounts with name, email, and password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Input validation ensures correct format (email structure, password strength)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Returning users log in with email and password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Role assignment: Buyer or Seller selected at registration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Secure password encryption before storing in database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Admin login redirects to the admin dashboard panel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068" y="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82879" y="91440"/>
            <a:ext cx="24196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pPr marL="0" indent="0">
              <a:buNone/>
            </a:pPr>
            <a:r>
              <a:rPr lang="en-US" sz="11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0486" y="91440"/>
            <a:ext cx="59506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Where approved sellers manage their product listings and performance.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Only accessible to admin-verified sellers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Add new product listings with photo, name, description, price, size, and condition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Edit or delete existing product listings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View all submitted listings and their approval status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Track number of sales completed and messages received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Apply to become a seller (sent to admin for approval)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4067" y="91440"/>
            <a:ext cx="28979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44128" y="91440"/>
            <a:ext cx="5816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Detail Page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Full item view — buyers get all info and can message the seller.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Shows full product photo, name, description, and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Displays price, brand, size, and seller info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Buyer can add item to their shopping cart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Integrated messaging: buyers can directly contact the seller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Only approved products are visible to buyers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Admin-removed items are no longer accessible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7585" y="91440"/>
            <a:ext cx="2862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97944" y="91440"/>
            <a:ext cx="6063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Cart &amp; Checkout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Secure purchase flow — from cart review to order confirmation.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Cart lists all items added by the buyer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Buyer can add, remove, or adjust item quantities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Running total price is calculated and displayed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Checkout initiates secure payment processing via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Order details saved: product, quantity, total, date, and status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Order history accessible from the user's account 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10058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66757" y="91440"/>
            <a:ext cx="58943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 &amp; Inbox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Direct buyer-to-seller communication, stored in the database.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Buyers can send inquiries directly to sellers about any product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Sellers can reply and view messages in their inbox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All messages stored with sender ID, receiver ID, and timestamp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Sent messages are also accessible in the sent folder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Keeps communication within the platform (no external contact needed)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Messaging history is retrievable for both parties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1652" y="86868"/>
            <a:ext cx="2862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82350" y="91440"/>
            <a:ext cx="59787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Control centre for approving sellers, products, and system management.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Admin reviews and approves or rejects seller applications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Admin approves or rejects product listings before they go 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Remove inappropriate or flagged listings from the platform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View all registered users, sellers, and product listings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System activity logs tracked for accountability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Admin login is separate and secured (adminLogin.php)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7772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7584" y="112014"/>
            <a:ext cx="28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08495" y="91440"/>
            <a:ext cx="6052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Profile &amp; Order History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8"/>
                </a:solidFill>
              </a:rPr>
              <a:t>Personal account area — manage details and view past purchases.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749040" cy="36576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Users view and edit their personal account information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Buyers can view full purchase/order history with status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Sellers can track their listings and sales performance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Order records include product, amount, date, and payment status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Users can manage their account settings securely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B6F"/>
                </a:solidFill>
              </a:rPr>
              <a:t>•  </a:t>
            </a:r>
            <a:r>
              <a:rPr lang="en-US" sz="1050" dirty="0">
                <a:solidFill>
                  <a:srgbClr val="1A2E22"/>
                </a:solidFill>
              </a:rPr>
              <a:t>Logout button ends the session and returns to the home page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480560" cy="3566160"/>
          </a:xfrm>
          <a:prstGeom prst="rect">
            <a:avLst/>
          </a:prstGeom>
          <a:solidFill>
            <a:srgbClr val="0D2218"/>
          </a:solidFill>
          <a:ln w="25400">
            <a:solidFill>
              <a:srgbClr val="4A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4A9B6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19672" y="283464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B6F"/>
                </a:solidFill>
              </a:rPr>
              <a:t>[ INSERT VIDEO HERE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82880" y="4846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 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300" dirty="0">
                <a:solidFill>
                  <a:srgbClr val="4A9B6F"/>
                </a:solidFill>
                <a:latin typeface="Georgia" pitchFamily="34" charset="0"/>
              </a:rPr>
              <a:t>HYPE WEAR SA</a:t>
            </a:r>
          </a:p>
          <a:p>
            <a:r>
              <a:rPr lang="en-US" sz="1400" b="1" kern="0" spc="300" dirty="0">
                <a:solidFill>
                  <a:srgbClr val="4A9B6F"/>
                </a:solidFill>
                <a:latin typeface="Georgia" pitchFamily="34" charset="0"/>
              </a:rPr>
              <a:t>Clothing Store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45720"/>
          </a:xfrm>
          <a:prstGeom prst="rect">
            <a:avLst/>
          </a:prstGeom>
          <a:solidFill>
            <a:srgbClr val="4A9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🏠  Home 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Browse &amp; search all approved listings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Login / Register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47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Secure account creation and access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🛍️  Seller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Manage listings &amp; track performance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404872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892040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Product Detail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752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Full item view + buyer messaging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57200" y="3255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🛒  Cart &amp; Checkout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57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Secure purchase and order tracking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9544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892040" y="3255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Messaging / Inbox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557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Direct buyer-seller communication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14216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57200" y="4059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Admin Panel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361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Seller &amp; listing approval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4014216"/>
            <a:ext cx="4206240" cy="685800"/>
          </a:xfrm>
          <a:prstGeom prst="rect">
            <a:avLst/>
          </a:prstGeom>
          <a:solidFill>
            <a:srgbClr val="2C5F3E"/>
          </a:solidFill>
          <a:ln w="12700">
            <a:solidFill>
              <a:srgbClr val="4A9B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892040" y="4059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Profile &amp; Orders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361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DE0"/>
                </a:solidFill>
              </a:rPr>
              <a:t>Account management &amp; history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68"/>
                </a:solidFill>
              </a:rPr>
              <a:t>Web Development (Intermediate) | WEDE6021 | Part 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898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Pastimes Web Application – Part 2 Presentation</dc:title>
  <dc:subject>PptxGenJS Presentation</dc:subject>
  <dc:creator>PptxGenJS</dc:creator>
  <cp:lastModifiedBy>chloe langenhoven</cp:lastModifiedBy>
  <cp:revision>2</cp:revision>
  <dcterms:created xsi:type="dcterms:W3CDTF">2026-05-04T18:01:11Z</dcterms:created>
  <dcterms:modified xsi:type="dcterms:W3CDTF">2026-05-04T18:40:05Z</dcterms:modified>
</cp:coreProperties>
</file>